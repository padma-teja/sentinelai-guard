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SentinelAI</a:t>
            </a:r>
            <a:r>
              <a:rPr dirty="0"/>
              <a:t> 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PS6: AI for Digital Public Safety</a:t>
            </a:r>
          </a:p>
          <a:p>
            <a:pPr>
              <a:defRPr sz="2200"/>
            </a:pPr>
            <a:r>
              <a:t>Digital arrest scams, counterfeit currency, phishing, QR fraud and voice scams.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Unified AI platform for Citizens, Police, Banks and Telecom.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Scam Detection</a:t>
            </a:r>
          </a:p>
          <a:p>
            <a:pPr>
              <a:defRPr sz="2200"/>
            </a:pPr>
            <a:r>
              <a:t>• Currency Detection</a:t>
            </a:r>
          </a:p>
          <a:p>
            <a:pPr>
              <a:defRPr sz="2200"/>
            </a:pPr>
            <a:r>
              <a:t>• Voice Analysis</a:t>
            </a:r>
          </a:p>
          <a:p>
            <a:pPr>
              <a:defRPr sz="2200"/>
            </a:pPr>
            <a:r>
              <a:t>• URL/QR Scanner</a:t>
            </a:r>
          </a:p>
          <a:p>
            <a:pPr>
              <a:defRPr sz="2200"/>
            </a:pPr>
            <a:r>
              <a:t>• AI Chatbot</a:t>
            </a:r>
          </a:p>
          <a:p>
            <a:pPr>
              <a:defRPr sz="2200"/>
            </a:pPr>
            <a:r>
              <a:t>• Crime Heatmap</a:t>
            </a:r>
          </a:p>
          <a:p>
            <a:pPr>
              <a:defRPr sz="2200"/>
            </a:pPr>
            <a:r>
              <a:t>•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(React) → FastAPI → AI Models → MongoDB →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DistilBERT</a:t>
            </a:r>
          </a:p>
          <a:p>
            <a:pPr>
              <a:defRPr sz="2200"/>
            </a:pPr>
            <a:r>
              <a:t>YOLOv8</a:t>
            </a:r>
          </a:p>
          <a:p>
            <a:pPr>
              <a:defRPr sz="2200"/>
            </a:pPr>
            <a:r>
              <a:t>Whisper</a:t>
            </a:r>
          </a:p>
          <a:p>
            <a:pPr>
              <a:defRPr sz="2200"/>
            </a:pPr>
            <a:r>
              <a:t>OpenCV</a:t>
            </a:r>
          </a:p>
          <a:p>
            <a:pPr>
              <a:defRPr sz="2200"/>
            </a:pPr>
            <a:r>
              <a:t>XGBoost</a:t>
            </a:r>
          </a:p>
          <a:p>
            <a:pPr>
              <a:defRPr sz="2200"/>
            </a:pPr>
            <a:r>
              <a:t>RAG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SMS Spam Collection</a:t>
            </a:r>
          </a:p>
          <a:p>
            <a:pPr>
              <a:defRPr sz="2200"/>
            </a:pPr>
            <a:r>
              <a:t>Phishing Websites</a:t>
            </a:r>
          </a:p>
          <a:p>
            <a:pPr>
              <a:defRPr sz="2200"/>
            </a:pPr>
            <a:r>
              <a:t>Mozilla Common Voice</a:t>
            </a:r>
          </a:p>
          <a:p>
            <a:pPr>
              <a:defRPr sz="2200"/>
            </a:pPr>
            <a:r>
              <a:t>Currency Images</a:t>
            </a:r>
          </a:p>
          <a:p>
            <a:pPr>
              <a:defRPr sz="2200"/>
            </a:pPr>
            <a:r>
              <a:t>Synthetic Fraud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React</a:t>
            </a:r>
          </a:p>
          <a:p>
            <a:pPr>
              <a:defRPr sz="2200"/>
            </a:pPr>
            <a:r>
              <a:t>TypeScript</a:t>
            </a:r>
          </a:p>
          <a:p>
            <a:pPr>
              <a:defRPr sz="2200"/>
            </a:pPr>
            <a:r>
              <a:t>Tailwind CSS</a:t>
            </a:r>
          </a:p>
          <a:p>
            <a:pPr>
              <a:defRPr sz="2200"/>
            </a:pPr>
            <a:r>
              <a:t>FastAPI</a:t>
            </a:r>
          </a:p>
          <a:p>
            <a:pPr>
              <a:defRPr sz="2200"/>
            </a:pPr>
            <a:r>
              <a:t>MongoDB</a:t>
            </a:r>
          </a:p>
          <a:p>
            <a:pPr>
              <a:defRPr sz="2200"/>
            </a:pPr>
            <a:r>
              <a:t>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Early fraud detection</a:t>
            </a:r>
          </a:p>
          <a:p>
            <a:pPr>
              <a:defRPr sz="2200"/>
            </a:pPr>
            <a:r>
              <a:t>Reduced financial loss</a:t>
            </a:r>
          </a:p>
          <a:p>
            <a:pPr>
              <a:defRPr sz="2200"/>
            </a:pPr>
            <a:r>
              <a:t>Support for law enforcement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Graph AI</a:t>
            </a:r>
          </a:p>
          <a:p>
            <a:pPr>
              <a:defRPr sz="2200"/>
            </a:pPr>
            <a:r>
              <a:t>Deepfake Detection</a:t>
            </a:r>
          </a:p>
          <a:p>
            <a:pPr>
              <a:defRPr sz="2200"/>
            </a:pPr>
            <a:r>
              <a:t>Federated Learning</a:t>
            </a:r>
          </a:p>
          <a:p>
            <a:pPr>
              <a:defRPr sz="2200"/>
            </a:pPr>
            <a:r>
              <a:t>Nationwide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Live Demo:</a:t>
            </a:r>
          </a:p>
          <a:p>
            <a:pPr>
              <a:defRPr sz="2200"/>
            </a:pPr>
            <a:r>
              <a:rPr dirty="0"/>
              <a:t>https://sentinel-guard-ai-32.lovable.app/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144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SentinelAI Guard</vt:lpstr>
      <vt:lpstr>Problem Statement</vt:lpstr>
      <vt:lpstr>Solution</vt:lpstr>
      <vt:lpstr>Key Features</vt:lpstr>
      <vt:lpstr>System Architecture</vt:lpstr>
      <vt:lpstr>AI Models</vt:lpstr>
      <vt:lpstr>Datasets</vt:lpstr>
      <vt:lpstr>Technology Stack</vt:lpstr>
      <vt:lpstr>Expected Impact</vt:lpstr>
      <vt:lpstr>Future Scope</vt:lpstr>
      <vt:lpstr>Live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PadmaTeja Valavala</cp:lastModifiedBy>
  <cp:revision>2</cp:revision>
  <dcterms:created xsi:type="dcterms:W3CDTF">2013-01-27T09:14:16Z</dcterms:created>
  <dcterms:modified xsi:type="dcterms:W3CDTF">2026-07-19T17:17:18Z</dcterms:modified>
  <cp:category/>
</cp:coreProperties>
</file>